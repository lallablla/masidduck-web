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anum Myeongj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anumMyeongjo-bold.fntdata"/><Relationship Id="rId6" Type="http://schemas.openxmlformats.org/officeDocument/2006/relationships/slide" Target="slides/slide1.xml"/><Relationship Id="rId18" Type="http://schemas.openxmlformats.org/officeDocument/2006/relationships/font" Target="fonts/NanumMyeongj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84308732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84308732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84308732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8430873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84308732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84308732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84308732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84308732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84308732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8430873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84308732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84308732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4308732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84308732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4308732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84308732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84308732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84308732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84308732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84308732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84308732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84308732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마시떡 Logo 설명서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55" name="Google Shape;55;p13" title="masidduck_logo_monocro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350" y="1592025"/>
            <a:ext cx="1389275" cy="19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8011800" y="4742225"/>
            <a:ext cx="10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2025년 8월 17일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332088" y="2232813"/>
            <a:ext cx="26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정성, 새로운 시작을 빚다</a:t>
            </a:r>
            <a:endParaRPr sz="1800">
              <a:solidFill>
                <a:schemeClr val="dk2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Design concept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673800" y="1226950"/>
            <a:ext cx="49653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마시떡 로고는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전통의 유산과 현대적인 혁신이 조화롭게 어우러진 디자인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입니다.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한옥 지붕과 옛 한글, 격자무늬에서 영감을 받아 조형된 한글 워드마크는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한국적인 미와 정체성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나타내며, 특히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둥글게 처리된 글자 끝선은 떡의 부드러움과 브랜드의 친근함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더합니다.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'味始餅'이라는 한자는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새로운 맛과 경험을 향한 브랜드의 비전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담아냅니다.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전체적으로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간결하고 견고하면서도 부드러운 조형미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통해 마시떡이 추구하는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진정성 있는 맛, 신뢰도 높은 품질, 그리고 따뜻한 고객 경험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시각적으로 전달하고 있습니다.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pic>
        <p:nvPicPr>
          <p:cNvPr id="64" name="Google Shape;64;p14" title="대지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50" y="527324"/>
            <a:ext cx="2894225" cy="408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Design concept_1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161450" y="1227400"/>
            <a:ext cx="37422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로고 상단의 간결하고 묵직한 선은 전통 한옥의 지붕을 형상화합니다.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이는 마시떡이 우리의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전통적인 맛과 문화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에 깊이 뿌리를 두고 있음을 상징합니다.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동시에, 아늑하고 편안한 공간인 한옥처럼 고객에게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따뜻하고 친근한 경험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제공하겠다는 의미를 담고 있습니다.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3452250" y="1577750"/>
            <a:ext cx="70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5" title="logo_top.png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470750" y="1318650"/>
            <a:ext cx="1900150" cy="267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Design concept_2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152350" y="1799875"/>
            <a:ext cx="37422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지붕 아래 배치된 '마시떡'이라는 한글워드마크는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옛 한글의 조형미와 전통 격자무늬의 기하학적인 구조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모티브로 디자인되었습니다.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여기서 주목할 점은,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딱딱하게 마무리하지 않고 각 글자의 끝선이 부드러운 곡선으로 처리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되었다는 것입니다. 이는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떡의 둥글고 부드러운 형태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시각적으로 표현하며, 마시떡 제품의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쫄깃하고 편안한 식감, 그리고 친근하고 부드러운 브랜드 이미지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전달하고자 하는 섬세한 의도를 담고 있습니다. 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이러한 디자인은 과거의 유산을 현대적인 감각으로 재창조하려는 마시떡의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혁신적인 정신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과 더불어, 고객에게 따뜻하고 포근한 느낌을 선사합니다.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4776300" y="1925250"/>
            <a:ext cx="70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6" title="logo_hangul.png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671674" y="1159350"/>
            <a:ext cx="1900150" cy="2679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Design concept_3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208725" y="1878350"/>
            <a:ext cx="41475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로고 하단에 위치한 '味始餅(미시병)' 한자는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'맛 미(味)', '비로소 시(始)', '떡 병(餅)'으로 구성되어 있습니다. 이는 '맛의 새로운 시작', '비로소 진정한 떡의 맛을 시작하다'라는 의미를 내포합니다.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전통적인 맛에 대한 존중을 바탕으로, 새로운 맛과 경험을 창조하려는 마시떡의 도전 정신과 비전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함축적으로 표현합니다. 이는 브랜드가 과거에 머무르지 않고 끊임없이 진화하며 고객에게 새로운 미식 경험을 제공하겠다는 의지를 보여줍니다.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cxnSp>
        <p:nvCxnSpPr>
          <p:cNvPr id="87" name="Google Shape;87;p17"/>
          <p:cNvCxnSpPr/>
          <p:nvPr/>
        </p:nvCxnSpPr>
        <p:spPr>
          <a:xfrm>
            <a:off x="3452250" y="2915300"/>
            <a:ext cx="70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" name="Google Shape;88;p17" title="logo_hanja.png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402175" y="1163275"/>
            <a:ext cx="1900150" cy="2679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Color </a:t>
            </a:r>
            <a:r>
              <a:rPr lang="ko" sz="800">
                <a:solidFill>
                  <a:srgbClr val="666666"/>
                </a:solidFill>
              </a:rPr>
              <a:t>concept_1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1847450" y="769300"/>
            <a:ext cx="999900" cy="999900"/>
          </a:xfrm>
          <a:prstGeom prst="rect">
            <a:avLst/>
          </a:prstGeom>
          <a:solidFill>
            <a:srgbClr val="4F3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1771250" y="512650"/>
            <a:ext cx="1425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666666"/>
                </a:solidFill>
              </a:rPr>
              <a:t>Primary color #4f3a2c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196550" y="674700"/>
            <a:ext cx="41475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깊고 차분한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브라운 계열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의 색상입니다. 이 색상은 떡의 주재료인 곡물, 그리고 전통적인 가마솥에서 쪄내는 따뜻하고 구수한 느낌을 연상시킵니다.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오랜 역사와 전통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계승하려는 마시떡의 진정성을 표현하며, 동시에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정직하고 신뢰할 수 있는 브랜드 이미지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구축하는 데 핵심적인 역할을 합니다. 프레젠테이션, 제품 패키지, 웹사이트 등 마시떡 브랜드의 주요 시각 요소에 광범위하게 사용될 메인 컬러입니다.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847450" y="2243875"/>
            <a:ext cx="999900" cy="999900"/>
          </a:xfrm>
          <a:prstGeom prst="rect">
            <a:avLst/>
          </a:prstGeom>
          <a:solidFill>
            <a:srgbClr val="354A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1771250" y="1960025"/>
            <a:ext cx="14253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666666"/>
                </a:solidFill>
              </a:rPr>
              <a:t>Secondary color #354a3b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196550" y="2243875"/>
            <a:ext cx="41475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자연의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깊은 녹색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담고 있는 이 색상은 마시떡이 추구하는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자연 친화적이고 건강한 이미지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를 강화합니다. 신선한 재료와 깨끗한 환경에서 만들어지는 떡의 특성을 암시하며, 안정적이고 평온한 느낌을 주어 고객에게 편안함을 선사합니다. 주조색인 브라운과 함께 사용될 때, 자연에서 온 듯한 조화롭고 고급스러운 분위기를 연출합니다.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1847450" y="3679250"/>
            <a:ext cx="999900" cy="999900"/>
          </a:xfrm>
          <a:prstGeom prst="rect">
            <a:avLst/>
          </a:prstGeom>
          <a:solidFill>
            <a:srgbClr val="F8F6F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1771250" y="3412825"/>
            <a:ext cx="1425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Secondary color #f8f6f1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196550" y="3645475"/>
            <a:ext cx="41475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부드럽고 따뜻한 느낌의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아이보리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색상은 마시떡의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깔끔함과 현대적인 미니멀리즘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표현합니다. 갓 쪄낸 떡의 하얗고 부드러운 속살을 연상시키며, 공간감을 부여하여 전체적인 디자인을 더욱 밝고 세련되게 만듭니다. 주로 배경색이나 여백에 사용되어 다른 색상들을 돋보이게 하고, 브랜드의 순수하고 정갈한 이미지를 강화하는 역할을 합니다.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Color concept_2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923650" y="1378900"/>
            <a:ext cx="999900" cy="999900"/>
          </a:xfrm>
          <a:prstGeom prst="rect">
            <a:avLst/>
          </a:prstGeom>
          <a:solidFill>
            <a:srgbClr val="3030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1847450" y="1122250"/>
            <a:ext cx="14712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Monochrome</a:t>
            </a:r>
            <a:r>
              <a:rPr lang="ko" sz="800">
                <a:solidFill>
                  <a:srgbClr val="666666"/>
                </a:solidFill>
              </a:rPr>
              <a:t> color #303030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3272750" y="1278375"/>
            <a:ext cx="4147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완전한 검정보다는 약간 부드러운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다크 그레이 계열의 블랙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입니다. 이는 로고와 텍스트의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명확한 가독성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을 확보하면서도, 전체적인 색상 팔레트의 따뜻하고 차분한 분위기를 해치지 않도록 조절되었습니다. 중요 정보나 강한 대비가 필요한 곳에 사용됩니다.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923650" y="2853475"/>
            <a:ext cx="999900" cy="9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1847450" y="2569625"/>
            <a:ext cx="16740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Secondary color #ffffff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245725" y="2722950"/>
            <a:ext cx="41475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순수한 </a:t>
            </a:r>
            <a:r>
              <a:rPr b="1"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화이트</a:t>
            </a:r>
            <a:r>
              <a:rPr lang="ko" sz="800">
                <a:solidFill>
                  <a:srgbClr val="666666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는 명확성과 대비를 제공하는 필수적인 색상입니다. 주로 텍스트, 아이콘, 그리고 어두운 배경 위에서 깔끔한 정보를 전달하는 데 사용됩니다. 동시에 떡의 깨끗하고 정갈한 이미지를 은유적으로 나타냅니다.</a:t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Application examples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119" name="Google Shape;119;p20" title="목업_핸드폰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3843" y="0"/>
            <a:ext cx="665015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Application examples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125" name="Google Shape;125;p21" title="목업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187" y="0"/>
            <a:ext cx="67458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Application examples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131" name="Google Shape;131;p22" title="목업_명함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47" y="0"/>
            <a:ext cx="77171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Application examples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137" name="Google Shape;137;p23" title="로고_간판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173" y="0"/>
            <a:ext cx="777982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87825" y="108075"/>
            <a:ext cx="959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Application examples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143" name="Google Shape;143;p24" title="로고_간판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984" y="0"/>
            <a:ext cx="604701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